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98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B2A2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https://upload.wikimedia.org/wikipedia/en/3/39/Jahangirnagar_University_%28emblem%29.pn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A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PRESENTATION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92859"/>
            <a:ext cx="10883392" cy="1533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Digital Health Information Access and Reproductive Health Knowledge, Attitudes and Practices Among Adolescents in Bangladesh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523249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Nasima Akter · Supervisor: Dr. Md. </a:t>
            </a:r>
            <a:r>
              <a:rPr lang="en-US" sz="1600" dirty="0" err="1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Shakhaoat</a:t>
            </a:r>
            <a:r>
              <a:rPr lang="en-US" sz="16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Hossain , Chairman and Professor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5931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Public Health and Informatics, Jahangirnagar University</a:t>
            </a:r>
            <a:endParaRPr lang="en-US" sz="1400" dirty="0"/>
          </a:p>
        </p:txBody>
      </p:sp>
      <p:pic>
        <p:nvPicPr>
          <p:cNvPr id="6" name="Picture 5" descr="Image result for JU logo">
            <a:extLst>
              <a:ext uri="{FF2B5EF4-FFF2-40B4-BE49-F238E27FC236}">
                <a16:creationId xmlns:a16="http://schemas.microsoft.com/office/drawing/2014/main" id="{6BFD2842-3715-DA96-3B8C-BE68D038C66D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635" y="533681"/>
            <a:ext cx="1522730" cy="1786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dirty="0">
                <a:latin typeface="Source Serif 4" pitchFamily="18" charset="0"/>
                <a:ea typeface="Source Serif 4" pitchFamily="18" charset="-122"/>
              </a:rPr>
              <a:t>Introduction , Justification and Research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3380284" cy="1935956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4930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is hard to 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200771"/>
            <a:ext cx="295191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Taboo, limited access and poor communication restrict adolescents' SRH information.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567755"/>
            <a:ext cx="3380383" cy="1935956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824930"/>
            <a:ext cx="295201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and school have limits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475012"/>
            <a:ext cx="295201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Mother-daughter communication is often poor and centred on menstruation.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1567755"/>
            <a:ext cx="3380284" cy="1935956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824930"/>
            <a:ext cx="295191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access is unequal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916" y="2200771"/>
            <a:ext cx="295191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benefits may reach mainly educated, urban and wealthier adolescents.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3811687"/>
            <a:ext cx="10566400" cy="1356122"/>
          </a:xfrm>
          <a:prstGeom prst="roundRect">
            <a:avLst>
              <a:gd name="adj" fmla="val 7492"/>
            </a:avLst>
          </a:prstGeom>
          <a:solidFill>
            <a:srgbClr val="123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" y="4040287"/>
            <a:ext cx="1025550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Gap:</a:t>
            </a:r>
            <a:r>
              <a:rPr lang="en-US" sz="16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few Bangladeshi studies measure digital access directly alongside knowledge, attitudes and practice.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7600" y="4664968"/>
            <a:ext cx="1025550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Aim:</a:t>
            </a:r>
            <a:r>
              <a:rPr lang="en-US" sz="16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assess how digital health information access relates to adolescent KAP.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3933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A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92970"/>
            <a:ext cx="10883392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0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Among adolescent students in urban and rural Dhaka and Rajbari, how is access to digital reproductive health information associated with reproductive health knowledge, attitudes and practices, and which socio-demographic factors are associated with that access?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A2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780"/>
            <a:ext cx="10566400" cy="1296491"/>
          </a:xfrm>
          <a:prstGeom prst="roundRect">
            <a:avLst>
              <a:gd name="adj" fmla="val 7837"/>
            </a:avLst>
          </a:prstGeom>
          <a:solidFill>
            <a:srgbClr val="123B3A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1716980"/>
            <a:ext cx="1025550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A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17600" y="2024261"/>
            <a:ext cx="10255504" cy="60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assess the association between access to digital health information and reproductive health knowledge, attitudes and practices among adolescents in Bangladesh.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3064272"/>
            <a:ext cx="108833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objectives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5897" y="3592513"/>
            <a:ext cx="10862675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0903" indent="-240903" algn="l">
              <a:lnSpc>
                <a:spcPts val="224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identify the major sources of reproductive health information among adolescents.</a:t>
            </a:r>
            <a:endParaRPr lang="en-US" sz="1600" dirty="0"/>
          </a:p>
          <a:p>
            <a:pPr marL="240903" indent="-240903" algn="l">
              <a:lnSpc>
                <a:spcPts val="224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measure the level of reproductive health knowledge.</a:t>
            </a:r>
            <a:endParaRPr lang="en-US" sz="1600" dirty="0"/>
          </a:p>
          <a:p>
            <a:pPr marL="240903" indent="-240903" algn="l">
              <a:lnSpc>
                <a:spcPts val="224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assess adolescents' attitudes toward reproductive health issues.</a:t>
            </a:r>
            <a:endParaRPr lang="en-US" sz="1600" dirty="0"/>
          </a:p>
          <a:p>
            <a:pPr marL="240903" indent="-240903" algn="l">
              <a:lnSpc>
                <a:spcPts val="224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evaluate reproductive health-related practices.</a:t>
            </a:r>
            <a:endParaRPr lang="en-US" sz="1600" dirty="0"/>
          </a:p>
          <a:p>
            <a:pPr marL="240903" indent="-240903" algn="l">
              <a:lnSpc>
                <a:spcPts val="224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determine socio-demographic and other factors associated with access to reproductive health 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A2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Methods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280"/>
          <a:ext cx="10553700" cy="4178300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Detail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Quantitative cross-sectional study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Setting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Five schools and colleges in Dhaka and Rajbari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Convenience sampling, fixed numbers per institution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Sample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250 collected, 239 analyzed (133 rural, 106 urban)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Google Form on mobile phones, August to September 2026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Analysis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R: Wilcoxon and Kruskal-Wallis tests, Spearman correlation, linear regression with robust SEs, ordinal logistic regression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37608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testing adjusted (Bonferroni, Holm)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A2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Information sources and KAP levels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2482850" cy="1370310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2350" y="1774130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6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31.8%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22350" y="2464991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8375" y="1567755"/>
            <a:ext cx="2482850" cy="1370310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14750" y="1774130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6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14750" y="2464991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0775" y="1567755"/>
            <a:ext cx="2482850" cy="1370310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7150" y="1774130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6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7150" y="2464991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93175" y="1567755"/>
            <a:ext cx="2482850" cy="1370310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9550" y="1774130"/>
            <a:ext cx="213220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6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14.6%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99550" y="2464991"/>
            <a:ext cx="21322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258741"/>
          <a:ext cx="10553700" cy="209550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Domain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Excellent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Poor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51.88%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31.80%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Practice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53.97%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24.27%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Attitude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95.8% favorable, with a ceiling effect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12800" y="6238280"/>
            <a:ext cx="3130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source of information; N = 239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A2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Digital access and its link with KAP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755"/>
            <a:ext cx="5175250" cy="1694160"/>
          </a:xfrm>
          <a:prstGeom prst="roundRect">
            <a:avLst>
              <a:gd name="adj" fmla="val 581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99530"/>
            <a:ext cx="485305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6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7750" y="2515791"/>
            <a:ext cx="485305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access score out of 18, a moderate level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67755"/>
            <a:ext cx="5175250" cy="1694160"/>
          </a:xfrm>
          <a:prstGeom prst="roundRect">
            <a:avLst>
              <a:gd name="adj" fmla="val 5810"/>
            </a:avLst>
          </a:prstGeom>
          <a:solidFill>
            <a:srgbClr val="FFFFFF"/>
          </a:solidFill>
          <a:ln w="6350">
            <a:solidFill>
              <a:srgbClr val="DC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32550" y="1799530"/>
            <a:ext cx="485305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96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 vs 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32550" y="2515791"/>
            <a:ext cx="485305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access, urban vs rural (adjusted p = 0.002), a small effect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582591"/>
          <a:ext cx="10553700" cy="182880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Access with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Spearman ρ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Practice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0.698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0.683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Attitude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0.384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80"/>
            <a:ext cx="44065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correlations p &lt; 0.001 (Holm-adjusted); N = 239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A2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Adjusted associations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53370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regression: access and scores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53121"/>
          <a:ext cx="5067300" cy="1828800"/>
        </p:xfrm>
        <a:graphic>
          <a:graphicData uri="http://schemas.openxmlformats.org/drawingml/2006/table">
            <a:tbl>
              <a:tblPr/>
              <a:tblGrid>
                <a:gridCol w="16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Outcome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β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0.670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0.001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Attitude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0.390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0.001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Practice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0.776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&lt; 0.001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97600" y="1564580"/>
            <a:ext cx="53370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Ordinal model: better practice category</a:t>
            </a:r>
            <a:endParaRPr lang="en-US" sz="18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300" y="1953121"/>
          <a:ext cx="5067300" cy="1828800"/>
        </p:xfrm>
        <a:graphic>
          <a:graphicData uri="http://schemas.openxmlformats.org/drawingml/2006/table">
            <a:tbl>
              <a:tblPr/>
              <a:tblGrid>
                <a:gridCol w="25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Predictor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4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 (95% CI)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1.52 (1.36 to 1.71)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1.35 (1.18 to 1.54)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Attitude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1.01 (0.96 to 1.07)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2800" y="4086721"/>
            <a:ext cx="108833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B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Cross-sectional associations: they do not show that access causes better knowledge or practice.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55042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56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models adjusted for socio-demographic factors; N = 239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Conclusion and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580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and school were the main sources. Digital access was associated with better knowledge and practice, and less strongly with attitude.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509341"/>
            <a:ext cx="3386634" cy="1228725"/>
          </a:xfrm>
          <a:prstGeom prst="roundRect">
            <a:avLst>
              <a:gd name="adj" fmla="val 8269"/>
            </a:avLst>
          </a:prstGeom>
          <a:solidFill>
            <a:srgbClr val="1C4E4C"/>
          </a:solidFill>
          <a:ln/>
        </p:spPr>
        <p:txBody>
          <a:bodyPr wrap="square" lIns="198842" tIns="198842" rIns="110959" bIns="17344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digital health literacy, including how to verify online information, in schools.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02634" y="2509341"/>
            <a:ext cx="3386733" cy="1228725"/>
          </a:xfrm>
          <a:prstGeom prst="roundRect">
            <a:avLst>
              <a:gd name="adj" fmla="val 8269"/>
            </a:avLst>
          </a:prstGeom>
          <a:solidFill>
            <a:srgbClr val="1C4E4C"/>
          </a:solidFill>
          <a:ln/>
        </p:spPr>
        <p:txBody>
          <a:bodyPr wrap="square" lIns="198842" tIns="198842" rIns="110956" bIns="17344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teachers and support parents to talk about reproductive health.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92566" y="2509341"/>
            <a:ext cx="3386634" cy="1228725"/>
          </a:xfrm>
          <a:prstGeom prst="roundRect">
            <a:avLst>
              <a:gd name="adj" fmla="val 8269"/>
            </a:avLst>
          </a:prstGeom>
          <a:solidFill>
            <a:srgbClr val="1C4E4C"/>
          </a:solidFill>
          <a:ln/>
        </p:spPr>
        <p:txBody>
          <a:bodyPr wrap="square" lIns="198842" tIns="198842" rIns="110959" bIns="17344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rural and low-access adolescents, with face-to-face links to services.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80"/>
            <a:ext cx="63650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Limits: cross-sectional design, self-report, convenience sample (N = 239)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Health Information Access and Adolescent Reproductive Health KAP">
  <a:themeElements>
    <a:clrScheme name="Digital Health Information Access and Adolescent Reproductive Health KAP">
      <a:dk1>
        <a:srgbClr val="1B2A2A"/>
      </a:dk1>
      <a:lt1>
        <a:srgbClr val="F6F4EE"/>
      </a:lt1>
      <a:dk2>
        <a:srgbClr val="525D5B"/>
      </a:dk2>
      <a:lt2>
        <a:srgbClr val="E0E0DA"/>
      </a:lt2>
      <a:accent1>
        <a:srgbClr val="D9692B"/>
      </a:accent1>
      <a:accent2>
        <a:srgbClr val="1C4E4C"/>
      </a:accent2>
      <a:accent3>
        <a:srgbClr val="F0A06A"/>
      </a:accent3>
      <a:accent4>
        <a:srgbClr val="55606A"/>
      </a:accent4>
      <a:accent5>
        <a:srgbClr val="C9D6D2"/>
      </a:accent5>
      <a:accent6>
        <a:srgbClr val="9AA0A6"/>
      </a:accent6>
      <a:hlink>
        <a:srgbClr val="0563C1"/>
      </a:hlink>
      <a:folHlink>
        <a:srgbClr val="954F72"/>
      </a:folHlink>
    </a:clrScheme>
    <a:fontScheme name="Digital Health Information Access and Adolescent Reproductive Health KAP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601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Inter</vt:lpstr>
      <vt:lpstr>Source Serif 4</vt:lpstr>
      <vt:lpstr>Digital Health Information Access and Adolescent Reproductive Health KAP</vt:lpstr>
      <vt:lpstr>Digital Health Information Access and Reproductive Health Knowledge, Attitudes and Practices Among Adolescents in Bangladesh</vt:lpstr>
      <vt:lpstr>Introduction , Justification and Research Gap</vt:lpstr>
      <vt:lpstr>Among adolescent students in urban and rural Dhaka and Rajbari, how is access to digital reproductive health information associated with reproductive health knowledge, attitudes and practices, and which socio-demographic factors are associated with that access?</vt:lpstr>
      <vt:lpstr>Objectives</vt:lpstr>
      <vt:lpstr>Methods</vt:lpstr>
      <vt:lpstr>Information sources and KAP levels</vt:lpstr>
      <vt:lpstr>Digital access and its link with KAP</vt:lpstr>
      <vt:lpstr>Adjusted associations</vt:lpstr>
      <vt:lpstr>Conclusion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Health Information Access and Adolescent Reproductive Health KAP</dc:title>
  <dc:subject/>
  <dc:creator/>
  <cp:lastModifiedBy>Nishat Mim</cp:lastModifiedBy>
  <cp:revision>3</cp:revision>
  <dcterms:created xsi:type="dcterms:W3CDTF">2026-10-08T02:24:15Z</dcterms:created>
  <dcterms:modified xsi:type="dcterms:W3CDTF">2026-10-08T02:31:19Z</dcterms:modified>
</cp:coreProperties>
</file>